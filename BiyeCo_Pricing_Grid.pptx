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Tier 1 — Essential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৳799 / month · ৳2,099 / 3 months · ৳6,999 /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Likes/day: 30</a:t>
            </a:r>
          </a:p>
          <a:p>
            <a:pPr>
              <a:defRPr sz="1600"/>
            </a:pPr>
            <a:r>
              <a:t>New chat starts/day: 3 (mutual like only)</a:t>
            </a:r>
          </a:p>
          <a:p>
            <a:pPr>
              <a:defRPr sz="1600"/>
            </a:pPr>
            <a:r>
              <a:t>Open chat cap: 7 (12h lock if closed)</a:t>
            </a:r>
          </a:p>
          <a:p>
            <a:pPr>
              <a:defRPr sz="1600"/>
            </a:pPr>
            <a:r>
              <a:t>Filters: Basic (age, city, marital status, profession)</a:t>
            </a:r>
          </a:p>
          <a:p>
            <a:pPr>
              <a:defRPr sz="1600"/>
            </a:pPr>
            <a:r>
              <a:t>Who liked me: Teaser (3 profiles/day)</a:t>
            </a:r>
          </a:p>
          <a:p>
            <a:pPr>
              <a:defRPr sz="1600"/>
            </a:pPr>
            <a:r>
              <a:t>Read receipts: No</a:t>
            </a:r>
          </a:p>
          <a:p>
            <a:pPr>
              <a:defRPr sz="1600"/>
            </a:pPr>
            <a:r>
              <a:t>Boosts: 0 / month</a:t>
            </a:r>
          </a:p>
          <a:p>
            <a:pPr>
              <a:defRPr sz="1600"/>
            </a:pPr>
            <a:r>
              <a:t>Super Likes: 0 / month</a:t>
            </a:r>
          </a:p>
          <a:p>
            <a:pPr>
              <a:defRPr sz="1600"/>
            </a:pPr>
            <a:r>
              <a:t>Privacy: Blur toggle; phone + selfie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Tier 2 —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৳1,499 / month · ৳3,999 / 3 months · ৳13,999 /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Likes/day: Unlimited</a:t>
            </a:r>
          </a:p>
          <a:p>
            <a:pPr>
              <a:defRPr sz="1600"/>
            </a:pPr>
            <a:r>
              <a:t>New chat starts/day: 10</a:t>
            </a:r>
          </a:p>
          <a:p>
            <a:pPr>
              <a:defRPr sz="1600"/>
            </a:pPr>
            <a:r>
              <a:t>Open chat cap: 30</a:t>
            </a:r>
          </a:p>
          <a:p>
            <a:pPr>
              <a:defRPr sz="1600"/>
            </a:pPr>
            <a:r>
              <a:t>Filters: Advanced (education, profession, diaspora, religiosity, lifestyle)</a:t>
            </a:r>
          </a:p>
          <a:p>
            <a:pPr>
              <a:defRPr sz="1600"/>
            </a:pPr>
            <a:r>
              <a:t>Who liked me: Full list</a:t>
            </a:r>
          </a:p>
          <a:p>
            <a:pPr>
              <a:defRPr sz="1600"/>
            </a:pPr>
            <a:r>
              <a:t>Read receipts: Yes</a:t>
            </a:r>
          </a:p>
          <a:p>
            <a:pPr>
              <a:defRPr sz="1600"/>
            </a:pPr>
            <a:r>
              <a:t>Boosts: 1 / month</a:t>
            </a:r>
          </a:p>
          <a:p>
            <a:pPr>
              <a:defRPr sz="1600"/>
            </a:pPr>
            <a:r>
              <a:t>Super Likes: 10 / month</a:t>
            </a:r>
          </a:p>
          <a:p>
            <a:pPr>
              <a:defRPr sz="1600"/>
            </a:pPr>
            <a:r>
              <a:t>Guardian preview: Optional family preview</a:t>
            </a:r>
          </a:p>
          <a:p>
            <a:pPr>
              <a:defRPr sz="1600"/>
            </a:pPr>
            <a:r>
              <a:t>Anti-spam: Respect Mode throttles if reply rate poor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Tier 3 — Elite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0066CC"/>
                </a:solidFill>
              </a:defRPr>
            </a:pPr>
            <a:r>
              <a:t>৳3,499 / month · ৳8,999 / 3 months · ৳29,999 /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Likes/day: Unlimited</a:t>
            </a:r>
          </a:p>
          <a:p>
            <a:pPr>
              <a:defRPr sz="1600"/>
            </a:pPr>
            <a:r>
              <a:t>New chat starts/day: Unlimited</a:t>
            </a:r>
          </a:p>
          <a:p>
            <a:pPr>
              <a:defRPr sz="1600"/>
            </a:pPr>
            <a:r>
              <a:t>Open chat cap: Unlimited</a:t>
            </a:r>
          </a:p>
          <a:p>
            <a:pPr>
              <a:defRPr sz="1600"/>
            </a:pPr>
            <a:r>
              <a:t>Filters: Extended (languages, relocation, family plans, lifestyle)</a:t>
            </a:r>
          </a:p>
          <a:p>
            <a:pPr>
              <a:defRPr sz="1600"/>
            </a:pPr>
            <a:r>
              <a:t>Visibility: Priority search + Priority inbox</a:t>
            </a:r>
          </a:p>
          <a:p>
            <a:pPr>
              <a:defRPr sz="1600"/>
            </a:pPr>
            <a:r>
              <a:t>Privacy: Incognito Mode (only visible to who you like)</a:t>
            </a:r>
          </a:p>
          <a:p>
            <a:pPr>
              <a:defRPr sz="1600"/>
            </a:pPr>
            <a:r>
              <a:t>Who liked me: Full list, ranked</a:t>
            </a:r>
          </a:p>
          <a:p>
            <a:pPr>
              <a:defRPr sz="1600"/>
            </a:pPr>
            <a:r>
              <a:t>Boosts: 3 / month</a:t>
            </a:r>
          </a:p>
          <a:p>
            <a:pPr>
              <a:defRPr sz="1600"/>
            </a:pPr>
            <a:r>
              <a:t>Super Likes: 40 / month</a:t>
            </a:r>
          </a:p>
          <a:p>
            <a:pPr>
              <a:defRPr sz="1600"/>
            </a:pPr>
            <a:r>
              <a:t>Polish &amp; Curation: AI profile polish, Top Matches digest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